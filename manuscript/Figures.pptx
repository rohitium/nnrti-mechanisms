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/>
    <p:restoredTop sz="94467"/>
  </p:normalViewPr>
  <p:slideViewPr>
    <p:cSldViewPr snapToGrid="0">
      <p:cViewPr varScale="1">
        <p:scale>
          <a:sx n="119" d="100"/>
          <a:sy n="119" d="100"/>
        </p:scale>
        <p:origin x="4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B501-D077-C72A-F029-3286EBA76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31A79-AB7E-18CA-F4C9-D383BEC25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4C2BC-7119-0B11-4285-7DF448CA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7F256-332D-92E4-15BB-D6A83C7B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D9C7E-144F-DF6A-14C3-522A8D96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68482-A4EB-2D69-9B34-F22F4EA05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68AF-5F77-C076-C1ED-9C94FCFD2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3D5DA-DEB3-4F7F-FDC1-E8D505C35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C4843-6868-3367-B27A-3659F55A4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3D856-355C-6AC4-7D8C-2D33B728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399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25743-1E69-4033-1933-C9FED4E78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A76BDB-C845-DBB0-71AA-9249C383B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6E86B-67F1-BD5C-546F-2707DE7B6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D2979-C2E9-E30E-1288-4D373D70E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9FA8C-6E60-EA06-47DC-D57EFE86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91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EB6C-E148-9FB0-A6EE-996FC9130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49A5D-49F8-526D-5A63-BBF9B4D32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84935A-D248-390F-9100-78D7FCE0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0684D-E97B-CD40-8EFE-F8967C376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B4B11-2769-0522-C2B8-FF0EDB264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E50EB-D42B-456B-8B84-98F2705E5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18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7882-15E3-00BB-2FC2-F653B1D0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EAA6E-58D6-41EA-0E57-3097F10A1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2B135-7692-CF15-74DB-7C687F893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079CB-289D-752A-2969-77D211D62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D11E9-CE06-EBC0-D267-1FAB5FE0E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5698C8-0CFB-85EF-FBA8-DE9B606FC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79C0A-78C1-01EC-6927-DC185AEA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095CB-5411-3F88-D0B9-CBF1F2C0A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7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62197-C0E7-B8F6-3E9A-FA1635637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217125-2F87-E886-10DE-8102ECD7E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6F645-C531-3F61-7EC6-F6A2367B1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45005-BD26-E972-60FD-A1B81933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99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CA0094-D64F-72A6-1C24-88BC6A2D8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DD1CB-07EF-48B5-E9CD-835A97EF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DE44F-B4FA-4634-B9AB-BF7955C75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63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02A1F-12ED-F135-DC6B-1366AA4E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0FE83-C594-2C69-D2B0-D0672B7E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3787C-55D3-FFF7-EE53-643D982F6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4A32E-DA58-F582-015C-59E573BD4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0C29-F6DA-C072-5A27-3B3E566C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EAB90-C333-C896-7443-FDC047DA9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76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915CF-EEB3-C22E-ABE8-B1551F07B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5C01B9-98D2-E271-9A27-F35061467D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46A380-792C-5FB4-106E-9739FDE06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25F8A-C6D9-0D4F-3708-540EBFF7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B8848-82F0-1C8D-28F7-C572EF53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FFEE6-A1F5-06C9-E174-EDD88B397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7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A6123-7191-7847-DF80-0C02A3D2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8718D-DA82-5FDA-E5EA-71D5F822F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75A8F-F3C8-71B4-352C-1E1EC1FCE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1A4F5-2D0B-C328-0296-FF7FCA9F5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E3508-EDA1-2013-DED1-DC43B3E8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7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EA0342-DE8E-FEEC-293A-39987EFA1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46FDA-5F63-42B0-81B8-FC94BF32A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E06EE-DA2A-DB16-980B-5C10D7C07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CEBE3-A66C-A9AC-B8F1-112294D83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3BD6-4038-0F76-22E4-B77FBC742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70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11EA51-DEFC-4258-BE36-99EC9A18E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0C6FC-4A2E-8426-624C-FD0790EB7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B723D-E59A-D14C-50F7-E8940985F3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30C2D-0C16-CC43-BB63-A37E3AC50B26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EC254B-9C86-7AE8-7AFF-CFE2F3538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F5B8-53D6-A3DA-96AE-A3A0B9D45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BCC77-FFC8-2F47-97A6-068D69681C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8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CE80CE-2BF6-7ED0-3273-7DE4A02B1A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865" r="10172"/>
          <a:stretch>
            <a:fillRect/>
          </a:stretch>
        </p:blipFill>
        <p:spPr>
          <a:xfrm>
            <a:off x="3946323" y="0"/>
            <a:ext cx="5793558" cy="4830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868F7-2A8A-E441-4B35-AE966E17F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06" t="4117" r="11091" b="3235"/>
          <a:stretch>
            <a:fillRect/>
          </a:stretch>
        </p:blipFill>
        <p:spPr>
          <a:xfrm>
            <a:off x="3946324" y="4095987"/>
            <a:ext cx="3137550" cy="2448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319C5C-AFCD-E465-0A8A-B1B44E4619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37" t="5327" r="17936"/>
          <a:stretch>
            <a:fillRect/>
          </a:stretch>
        </p:blipFill>
        <p:spPr>
          <a:xfrm>
            <a:off x="7083874" y="4095987"/>
            <a:ext cx="3088656" cy="24483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638DD2-3560-63CE-5C4A-7FB280756A83}"/>
              </a:ext>
            </a:extLst>
          </p:cNvPr>
          <p:cNvSpPr txBox="1"/>
          <p:nvPr/>
        </p:nvSpPr>
        <p:spPr>
          <a:xfrm>
            <a:off x="3822356" y="0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9975B-6070-C71F-4AC4-01F2EB913C72}"/>
              </a:ext>
            </a:extLst>
          </p:cNvPr>
          <p:cNvSpPr txBox="1"/>
          <p:nvPr/>
        </p:nvSpPr>
        <p:spPr>
          <a:xfrm>
            <a:off x="3876749" y="3911321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771A93-7AB7-188B-DD86-9AA95380C64C}"/>
              </a:ext>
            </a:extLst>
          </p:cNvPr>
          <p:cNvSpPr txBox="1"/>
          <p:nvPr/>
        </p:nvSpPr>
        <p:spPr>
          <a:xfrm>
            <a:off x="7871804" y="3940917"/>
            <a:ext cx="49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7FF9F34-02F6-E6CD-1505-7592E1591EB8}"/>
              </a:ext>
            </a:extLst>
          </p:cNvPr>
          <p:cNvSpPr/>
          <p:nvPr/>
        </p:nvSpPr>
        <p:spPr>
          <a:xfrm>
            <a:off x="5045336" y="1021976"/>
            <a:ext cx="849855" cy="1032735"/>
          </a:xfrm>
          <a:prstGeom prst="ellipse">
            <a:avLst/>
          </a:prstGeom>
          <a:noFill/>
          <a:ln>
            <a:solidFill>
              <a:srgbClr val="000000">
                <a:alpha val="29804"/>
              </a:srgb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67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239950C-28BA-201C-8B06-94265F684C55}"/>
              </a:ext>
            </a:extLst>
          </p:cNvPr>
          <p:cNvGrpSpPr/>
          <p:nvPr/>
        </p:nvGrpSpPr>
        <p:grpSpPr>
          <a:xfrm>
            <a:off x="2294642" y="578555"/>
            <a:ext cx="7602715" cy="5700889"/>
            <a:chOff x="2311399" y="-1"/>
            <a:chExt cx="7602715" cy="5700889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A29A8A11-639B-36A6-C773-510BDAE25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1399" y="-1"/>
              <a:ext cx="7602715" cy="310769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6FF10D3-CA56-E074-B602-21FA25EEC3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7" r="14308"/>
            <a:stretch>
              <a:fillRect/>
            </a:stretch>
          </p:blipFill>
          <p:spPr bwMode="auto">
            <a:xfrm>
              <a:off x="2335758" y="3107688"/>
              <a:ext cx="2648393" cy="259319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DF5E28-A855-D353-E66A-BF82AC66824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56" r="18082"/>
            <a:stretch>
              <a:fillRect/>
            </a:stretch>
          </p:blipFill>
          <p:spPr bwMode="auto">
            <a:xfrm>
              <a:off x="4926419" y="3107689"/>
              <a:ext cx="2638067" cy="2593199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230159-336D-611F-0488-92C1319E99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7" r="20264"/>
            <a:stretch>
              <a:fillRect/>
            </a:stretch>
          </p:blipFill>
          <p:spPr bwMode="auto">
            <a:xfrm>
              <a:off x="7564486" y="3107690"/>
              <a:ext cx="2349628" cy="2593198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8B76524-4230-2221-1E27-81A15D1D6AA9}"/>
                </a:ext>
              </a:extLst>
            </p:cNvPr>
            <p:cNvSpPr txBox="1"/>
            <p:nvPr/>
          </p:nvSpPr>
          <p:spPr>
            <a:xfrm>
              <a:off x="2479027" y="3005148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3241F5-5313-E6FC-998C-1891F37F13D9}"/>
                </a:ext>
              </a:extLst>
            </p:cNvPr>
            <p:cNvSpPr txBox="1"/>
            <p:nvPr/>
          </p:nvSpPr>
          <p:spPr>
            <a:xfrm>
              <a:off x="4798349" y="3005148"/>
              <a:ext cx="7839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V106I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FB1F44-CECA-C817-7206-430EA5BFD13F}"/>
                </a:ext>
              </a:extLst>
            </p:cNvPr>
            <p:cNvSpPr txBox="1"/>
            <p:nvPr/>
          </p:nvSpPr>
          <p:spPr>
            <a:xfrm>
              <a:off x="7484534" y="3005148"/>
              <a:ext cx="986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98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0574793-F0CF-54F3-7D0F-AF0325DC784A}"/>
              </a:ext>
            </a:extLst>
          </p:cNvPr>
          <p:cNvGrpSpPr/>
          <p:nvPr/>
        </p:nvGrpSpPr>
        <p:grpSpPr>
          <a:xfrm>
            <a:off x="1713088" y="211985"/>
            <a:ext cx="8764983" cy="5624372"/>
            <a:chOff x="1713088" y="211985"/>
            <a:chExt cx="8764983" cy="562437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634DF3-8550-5A04-996F-55C2A0514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3399" y="211985"/>
              <a:ext cx="8366563" cy="321701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7C8849-0C14-6FA3-285B-BEB57D1355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7" t="2377" r="17877" b="4639"/>
            <a:stretch>
              <a:fillRect/>
            </a:stretch>
          </p:blipFill>
          <p:spPr bwMode="auto">
            <a:xfrm>
              <a:off x="5306208" y="3620913"/>
              <a:ext cx="2634685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B360E6A-3843-CDD9-683E-B8BC302A9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80" t="10997" r="17924" b="10856"/>
            <a:stretch>
              <a:fillRect/>
            </a:stretch>
          </p:blipFill>
          <p:spPr bwMode="auto">
            <a:xfrm>
              <a:off x="1713088" y="3620913"/>
              <a:ext cx="3604455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091BDE-5566-D738-0882-00D1AC133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23" r="25570" b="17412"/>
            <a:stretch>
              <a:fillRect/>
            </a:stretch>
          </p:blipFill>
          <p:spPr bwMode="auto">
            <a:xfrm>
              <a:off x="7879185" y="3620913"/>
              <a:ext cx="2598886" cy="221544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F730270-467D-1CF8-2DC1-845E79EBF895}"/>
                </a:ext>
              </a:extLst>
            </p:cNvPr>
            <p:cNvSpPr txBox="1"/>
            <p:nvPr/>
          </p:nvSpPr>
          <p:spPr>
            <a:xfrm>
              <a:off x="1803399" y="3340291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E92472-EA5F-608C-EA91-41923B76E742}"/>
                </a:ext>
              </a:extLst>
            </p:cNvPr>
            <p:cNvSpPr txBox="1"/>
            <p:nvPr/>
          </p:nvSpPr>
          <p:spPr>
            <a:xfrm>
              <a:off x="4571755" y="3340290"/>
              <a:ext cx="1659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V106A+F227L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100F513-1E22-131D-DDB2-14D23D1408C8}"/>
                </a:ext>
              </a:extLst>
            </p:cNvPr>
            <p:cNvSpPr txBox="1"/>
            <p:nvPr/>
          </p:nvSpPr>
          <p:spPr>
            <a:xfrm>
              <a:off x="7298443" y="3340290"/>
              <a:ext cx="1701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V106I+F227C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976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E1CCB23-F37A-2DAB-55E8-45DB4D840B27}"/>
              </a:ext>
            </a:extLst>
          </p:cNvPr>
          <p:cNvGrpSpPr/>
          <p:nvPr/>
        </p:nvGrpSpPr>
        <p:grpSpPr>
          <a:xfrm>
            <a:off x="2303695" y="33866"/>
            <a:ext cx="7373564" cy="6038244"/>
            <a:chOff x="2303695" y="33866"/>
            <a:chExt cx="7373564" cy="603824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14C6B5F-C92B-F8FA-2BFD-12E23ADEE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3695" y="33866"/>
              <a:ext cx="7373564" cy="301413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347168A-EC82-197D-F4DB-DA694D073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2" r="30166"/>
            <a:stretch>
              <a:fillRect/>
            </a:stretch>
          </p:blipFill>
          <p:spPr bwMode="auto">
            <a:xfrm>
              <a:off x="2537319" y="3052988"/>
              <a:ext cx="2535453" cy="3014134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B2B9827-5114-5E8C-EF8B-A1871C1A02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r="29175"/>
            <a:stretch>
              <a:fillRect/>
            </a:stretch>
          </p:blipFill>
          <p:spPr bwMode="auto">
            <a:xfrm>
              <a:off x="4979142" y="3048000"/>
              <a:ext cx="2635728" cy="302411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D074EE-3599-210D-F48B-76B1B03B977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45" r="33136"/>
            <a:stretch>
              <a:fillRect/>
            </a:stretch>
          </p:blipFill>
          <p:spPr bwMode="auto">
            <a:xfrm>
              <a:off x="7614870" y="3052987"/>
              <a:ext cx="1990590" cy="3014135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9D1F72-D55D-77FA-5CBA-36ED38F6F95A}"/>
                </a:ext>
              </a:extLst>
            </p:cNvPr>
            <p:cNvSpPr txBox="1"/>
            <p:nvPr/>
          </p:nvSpPr>
          <p:spPr>
            <a:xfrm>
              <a:off x="2586540" y="3043012"/>
              <a:ext cx="618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E8B4F3-2739-F512-AAB0-F04DB95F0772}"/>
                </a:ext>
              </a:extLst>
            </p:cNvPr>
            <p:cNvSpPr txBox="1"/>
            <p:nvPr/>
          </p:nvSpPr>
          <p:spPr>
            <a:xfrm>
              <a:off x="4905861" y="3043012"/>
              <a:ext cx="9117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G190A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957132-14A9-BD18-4D8F-3B0519C5B2D1}"/>
                </a:ext>
              </a:extLst>
            </p:cNvPr>
            <p:cNvSpPr txBox="1"/>
            <p:nvPr/>
          </p:nvSpPr>
          <p:spPr>
            <a:xfrm>
              <a:off x="7592047" y="3043012"/>
              <a:ext cx="9863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G190E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1244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68CF7-26D5-AA7E-8E0F-2505AC93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49DABA8-ADE4-0B50-FCCD-7D52E5C58752}"/>
              </a:ext>
            </a:extLst>
          </p:cNvPr>
          <p:cNvGrpSpPr/>
          <p:nvPr/>
        </p:nvGrpSpPr>
        <p:grpSpPr>
          <a:xfrm>
            <a:off x="0" y="-6695"/>
            <a:ext cx="12151710" cy="6601002"/>
            <a:chOff x="0" y="-6695"/>
            <a:chExt cx="12151710" cy="660100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4512A35-D6C6-B641-DB96-C75457179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18464" y="3334871"/>
              <a:ext cx="5033246" cy="325943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29C4C3-9B36-88B4-E6D2-0A1170C3F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13495" y="160617"/>
              <a:ext cx="5038215" cy="325943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661652-3821-A21B-61A9-A541F1050DDA}"/>
                </a:ext>
              </a:extLst>
            </p:cNvPr>
            <p:cNvGrpSpPr/>
            <p:nvPr/>
          </p:nvGrpSpPr>
          <p:grpSpPr>
            <a:xfrm>
              <a:off x="0" y="-6695"/>
              <a:ext cx="7868356" cy="6352101"/>
              <a:chOff x="0" y="-6695"/>
              <a:chExt cx="7868356" cy="635210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C0A45AD-203D-9D2A-656D-EF4A1F5D87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512594"/>
                <a:ext cx="7113495" cy="5832812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EBDF196-0D26-73AB-DB27-1CF0A915E2EE}"/>
                  </a:ext>
                </a:extLst>
              </p:cNvPr>
              <p:cNvSpPr txBox="1"/>
              <p:nvPr/>
            </p:nvSpPr>
            <p:spPr>
              <a:xfrm>
                <a:off x="164756" y="327928"/>
                <a:ext cx="648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A)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72433A-3F55-44E7-5CC7-A57DAD7A4584}"/>
                  </a:ext>
                </a:extLst>
              </p:cNvPr>
              <p:cNvSpPr txBox="1"/>
              <p:nvPr/>
            </p:nvSpPr>
            <p:spPr>
              <a:xfrm>
                <a:off x="6966312" y="-6695"/>
                <a:ext cx="648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C48A24B-8E01-0420-8356-C246557ABA6A}"/>
                  </a:ext>
                </a:extLst>
              </p:cNvPr>
              <p:cNvSpPr txBox="1"/>
              <p:nvPr/>
            </p:nvSpPr>
            <p:spPr>
              <a:xfrm>
                <a:off x="6966312" y="3218032"/>
                <a:ext cx="9020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0658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E35D-59A8-FC8C-42E2-4AE8B374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943927B-077D-DEBB-8D5A-9CBDF68770A0}"/>
              </a:ext>
            </a:extLst>
          </p:cNvPr>
          <p:cNvGrpSpPr/>
          <p:nvPr/>
        </p:nvGrpSpPr>
        <p:grpSpPr>
          <a:xfrm>
            <a:off x="40290" y="-6695"/>
            <a:ext cx="12111420" cy="6601002"/>
            <a:chOff x="40290" y="-6695"/>
            <a:chExt cx="12111420" cy="66010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8A5612C-A533-40C2-A71B-A1EAD9E8DE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290" y="577388"/>
              <a:ext cx="6926022" cy="5514965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8AA5FFE-F869-5665-EBDE-C158D1B28284}"/>
                </a:ext>
              </a:extLst>
            </p:cNvPr>
            <p:cNvGrpSpPr/>
            <p:nvPr/>
          </p:nvGrpSpPr>
          <p:grpSpPr>
            <a:xfrm>
              <a:off x="164756" y="-6695"/>
              <a:ext cx="11986954" cy="6601002"/>
              <a:chOff x="164756" y="-6695"/>
              <a:chExt cx="11986954" cy="660100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FA1416B9-3C5B-3A1B-888A-430F9A8D2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18464" y="3334871"/>
                <a:ext cx="5033246" cy="3259436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9AD5F042-DE7E-0B83-DF6C-92585736B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13495" y="160617"/>
                <a:ext cx="5038215" cy="3259436"/>
              </a:xfrm>
              <a:prstGeom prst="rect">
                <a:avLst/>
              </a:prstGeom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3D086EE1-10E5-D70B-0321-EFB224AF003E}"/>
                  </a:ext>
                </a:extLst>
              </p:cNvPr>
              <p:cNvGrpSpPr/>
              <p:nvPr/>
            </p:nvGrpSpPr>
            <p:grpSpPr>
              <a:xfrm>
                <a:off x="164756" y="-6695"/>
                <a:ext cx="7703600" cy="3594059"/>
                <a:chOff x="164756" y="-6695"/>
                <a:chExt cx="7703600" cy="3594059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59CD24E-733F-BF27-20C0-1A95F8F35AFA}"/>
                    </a:ext>
                  </a:extLst>
                </p:cNvPr>
                <p:cNvSpPr txBox="1"/>
                <p:nvPr/>
              </p:nvSpPr>
              <p:spPr>
                <a:xfrm>
                  <a:off x="164756" y="327928"/>
                  <a:ext cx="648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A)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3015487-A80F-F68B-4365-F7AC65291514}"/>
                    </a:ext>
                  </a:extLst>
                </p:cNvPr>
                <p:cNvSpPr txBox="1"/>
                <p:nvPr/>
              </p:nvSpPr>
              <p:spPr>
                <a:xfrm>
                  <a:off x="6966312" y="-6695"/>
                  <a:ext cx="648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4180532-CC50-85DB-B71F-5B9CC1B0FF00}"/>
                    </a:ext>
                  </a:extLst>
                </p:cNvPr>
                <p:cNvSpPr txBox="1"/>
                <p:nvPr/>
              </p:nvSpPr>
              <p:spPr>
                <a:xfrm>
                  <a:off x="6966312" y="3218032"/>
                  <a:ext cx="9020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C)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92462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5644</TotalTime>
  <Words>31</Words>
  <Application>Microsoft Macintosh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Satija</dc:creator>
  <cp:lastModifiedBy>Rohit Satija</cp:lastModifiedBy>
  <cp:revision>2</cp:revision>
  <dcterms:created xsi:type="dcterms:W3CDTF">2026-05-26T06:22:43Z</dcterms:created>
  <dcterms:modified xsi:type="dcterms:W3CDTF">2026-06-02T20:50:18Z</dcterms:modified>
</cp:coreProperties>
</file>